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DM Sans" pitchFamily="2" charset="0"/>
      <p:regular r:id="rId4"/>
      <p:bold r:id="rId5"/>
      <p:italic r:id="rId6"/>
      <p:boldItalic r:id="rId7"/>
    </p:embeddedFont>
    <p:embeddedFont>
      <p:font typeface="Helvetica Neue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  <p15:guide id="3" pos="313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38ACDD-5AE6-4A8A-BEAB-FB92B511D487}">
  <a:tblStyle styleId="{1838ACDD-5AE6-4A8A-BEAB-FB92B511D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20" y="-3080"/>
      </p:cViewPr>
      <p:guideLst>
        <p:guide orient="horz" pos="3168"/>
        <p:guide pos="2448"/>
        <p:guide pos="31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395" y="685800"/>
            <a:ext cx="2649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2577a0ca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2577a0ca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57194" y="457200"/>
            <a:ext cx="1828610" cy="403324"/>
            <a:chOff x="3644851" y="2895558"/>
            <a:chExt cx="4902439" cy="1067842"/>
          </a:xfrm>
        </p:grpSpPr>
        <p:sp>
          <p:nvSpPr>
            <p:cNvPr id="10" name="Google Shape;10;p2"/>
            <p:cNvSpPr/>
            <p:nvPr/>
          </p:nvSpPr>
          <p:spPr>
            <a:xfrm>
              <a:off x="3644851" y="2895558"/>
              <a:ext cx="1067158" cy="1067842"/>
            </a:xfrm>
            <a:custGeom>
              <a:avLst/>
              <a:gdLst/>
              <a:ahLst/>
              <a:cxnLst/>
              <a:rect l="l" t="t" r="r" b="b"/>
              <a:pathLst>
                <a:path w="1067158" h="1067842" extrusionOk="0">
                  <a:moveTo>
                    <a:pt x="554806" y="423"/>
                  </a:moveTo>
                  <a:cubicBezTo>
                    <a:pt x="260389" y="-11198"/>
                    <a:pt x="12137" y="218164"/>
                    <a:pt x="429" y="512773"/>
                  </a:cubicBezTo>
                  <a:cubicBezTo>
                    <a:pt x="-11279" y="807476"/>
                    <a:pt x="217935" y="1055793"/>
                    <a:pt x="512447" y="1067413"/>
                  </a:cubicBezTo>
                  <a:cubicBezTo>
                    <a:pt x="806865" y="1079129"/>
                    <a:pt x="1055116" y="849767"/>
                    <a:pt x="1066729" y="555064"/>
                  </a:cubicBezTo>
                  <a:cubicBezTo>
                    <a:pt x="1078437" y="260455"/>
                    <a:pt x="849224" y="12139"/>
                    <a:pt x="554806" y="423"/>
                  </a:cubicBezTo>
                  <a:close/>
                  <a:moveTo>
                    <a:pt x="780022" y="782616"/>
                  </a:moveTo>
                  <a:cubicBezTo>
                    <a:pt x="773359" y="794332"/>
                    <a:pt x="760413" y="800142"/>
                    <a:pt x="747848" y="798427"/>
                  </a:cubicBezTo>
                  <a:cubicBezTo>
                    <a:pt x="743946" y="797856"/>
                    <a:pt x="740138" y="796618"/>
                    <a:pt x="736521" y="794522"/>
                  </a:cubicBezTo>
                  <a:cubicBezTo>
                    <a:pt x="665986" y="754327"/>
                    <a:pt x="589169" y="728228"/>
                    <a:pt x="508069" y="716798"/>
                  </a:cubicBezTo>
                  <a:cubicBezTo>
                    <a:pt x="426968" y="705368"/>
                    <a:pt x="345963" y="709369"/>
                    <a:pt x="267052" y="728514"/>
                  </a:cubicBezTo>
                  <a:cubicBezTo>
                    <a:pt x="249918" y="732705"/>
                    <a:pt x="232689" y="722132"/>
                    <a:pt x="228596" y="705082"/>
                  </a:cubicBezTo>
                  <a:cubicBezTo>
                    <a:pt x="224407" y="687937"/>
                    <a:pt x="234973" y="670697"/>
                    <a:pt x="252012" y="666601"/>
                  </a:cubicBezTo>
                  <a:cubicBezTo>
                    <a:pt x="338729" y="645551"/>
                    <a:pt x="427825" y="641170"/>
                    <a:pt x="516921" y="653743"/>
                  </a:cubicBezTo>
                  <a:cubicBezTo>
                    <a:pt x="606018" y="666316"/>
                    <a:pt x="690450" y="694986"/>
                    <a:pt x="768028" y="739182"/>
                  </a:cubicBezTo>
                  <a:cubicBezTo>
                    <a:pt x="783354" y="747850"/>
                    <a:pt x="788684" y="767376"/>
                    <a:pt x="779927" y="782616"/>
                  </a:cubicBezTo>
                  <a:close/>
                  <a:moveTo>
                    <a:pt x="850176" y="642503"/>
                  </a:moveTo>
                  <a:cubicBezTo>
                    <a:pt x="839324" y="662601"/>
                    <a:pt x="814195" y="670126"/>
                    <a:pt x="794015" y="659267"/>
                  </a:cubicBezTo>
                  <a:cubicBezTo>
                    <a:pt x="711486" y="614595"/>
                    <a:pt x="622104" y="585258"/>
                    <a:pt x="528439" y="572113"/>
                  </a:cubicBezTo>
                  <a:cubicBezTo>
                    <a:pt x="434774" y="558969"/>
                    <a:pt x="340823" y="562493"/>
                    <a:pt x="249156" y="582686"/>
                  </a:cubicBezTo>
                  <a:cubicBezTo>
                    <a:pt x="244207" y="583734"/>
                    <a:pt x="239257" y="583924"/>
                    <a:pt x="234497" y="583258"/>
                  </a:cubicBezTo>
                  <a:cubicBezTo>
                    <a:pt x="217839" y="580876"/>
                    <a:pt x="203656" y="568494"/>
                    <a:pt x="199849" y="551063"/>
                  </a:cubicBezTo>
                  <a:cubicBezTo>
                    <a:pt x="194899" y="528679"/>
                    <a:pt x="209082" y="506581"/>
                    <a:pt x="231356" y="501724"/>
                  </a:cubicBezTo>
                  <a:cubicBezTo>
                    <a:pt x="332637" y="479435"/>
                    <a:pt x="436487" y="475530"/>
                    <a:pt x="539957" y="490008"/>
                  </a:cubicBezTo>
                  <a:cubicBezTo>
                    <a:pt x="643427" y="504581"/>
                    <a:pt x="742137" y="536966"/>
                    <a:pt x="833423" y="586401"/>
                  </a:cubicBezTo>
                  <a:cubicBezTo>
                    <a:pt x="853507" y="597259"/>
                    <a:pt x="861027" y="622405"/>
                    <a:pt x="850176" y="642598"/>
                  </a:cubicBezTo>
                  <a:close/>
                  <a:moveTo>
                    <a:pt x="927849" y="484483"/>
                  </a:moveTo>
                  <a:cubicBezTo>
                    <a:pt x="917569" y="504200"/>
                    <a:pt x="896342" y="514392"/>
                    <a:pt x="875496" y="511439"/>
                  </a:cubicBezTo>
                  <a:cubicBezTo>
                    <a:pt x="869880" y="510677"/>
                    <a:pt x="864359" y="508963"/>
                    <a:pt x="859123" y="506200"/>
                  </a:cubicBezTo>
                  <a:cubicBezTo>
                    <a:pt x="763078" y="456194"/>
                    <a:pt x="659513" y="423142"/>
                    <a:pt x="551475" y="407998"/>
                  </a:cubicBezTo>
                  <a:cubicBezTo>
                    <a:pt x="443436" y="392853"/>
                    <a:pt x="334826" y="395996"/>
                    <a:pt x="228691" y="417618"/>
                  </a:cubicBezTo>
                  <a:cubicBezTo>
                    <a:pt x="201086" y="423238"/>
                    <a:pt x="174148" y="405426"/>
                    <a:pt x="168627" y="377803"/>
                  </a:cubicBezTo>
                  <a:cubicBezTo>
                    <a:pt x="163011" y="350181"/>
                    <a:pt x="180811" y="323320"/>
                    <a:pt x="208416" y="317701"/>
                  </a:cubicBezTo>
                  <a:cubicBezTo>
                    <a:pt x="325973" y="293793"/>
                    <a:pt x="446101" y="290269"/>
                    <a:pt x="565658" y="307033"/>
                  </a:cubicBezTo>
                  <a:cubicBezTo>
                    <a:pt x="685214" y="323797"/>
                    <a:pt x="799726" y="360468"/>
                    <a:pt x="906146" y="415808"/>
                  </a:cubicBezTo>
                  <a:cubicBezTo>
                    <a:pt x="931086" y="428762"/>
                    <a:pt x="940795" y="459623"/>
                    <a:pt x="927849" y="484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926991" y="3160490"/>
              <a:ext cx="514302" cy="536638"/>
            </a:xfrm>
            <a:custGeom>
              <a:avLst/>
              <a:gdLst/>
              <a:ahLst/>
              <a:cxnLst/>
              <a:rect l="l" t="t" r="r" b="b"/>
              <a:pathLst>
                <a:path w="514302" h="536638" extrusionOk="0">
                  <a:moveTo>
                    <a:pt x="212175" y="0"/>
                  </a:moveTo>
                  <a:lnTo>
                    <a:pt x="302033" y="0"/>
                  </a:lnTo>
                  <a:lnTo>
                    <a:pt x="514303" y="536639"/>
                  </a:lnTo>
                  <a:lnTo>
                    <a:pt x="435011" y="536639"/>
                  </a:lnTo>
                  <a:lnTo>
                    <a:pt x="380658" y="392240"/>
                  </a:lnTo>
                  <a:lnTo>
                    <a:pt x="129171" y="392240"/>
                  </a:lnTo>
                  <a:lnTo>
                    <a:pt x="74057" y="536639"/>
                  </a:lnTo>
                  <a:lnTo>
                    <a:pt x="0" y="536639"/>
                  </a:lnTo>
                  <a:lnTo>
                    <a:pt x="212270" y="0"/>
                  </a:lnTo>
                  <a:close/>
                  <a:moveTo>
                    <a:pt x="357242" y="331089"/>
                  </a:moveTo>
                  <a:lnTo>
                    <a:pt x="255295" y="62008"/>
                  </a:lnTo>
                  <a:lnTo>
                    <a:pt x="152587" y="331089"/>
                  </a:lnTo>
                  <a:lnTo>
                    <a:pt x="357242" y="3310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429300" y="3160490"/>
              <a:ext cx="389700" cy="546449"/>
            </a:xfrm>
            <a:custGeom>
              <a:avLst/>
              <a:gdLst/>
              <a:ahLst/>
              <a:cxnLst/>
              <a:rect l="l" t="t" r="r" b="b"/>
              <a:pathLst>
                <a:path w="389700" h="546449" extrusionOk="0">
                  <a:moveTo>
                    <a:pt x="0" y="349187"/>
                  </a:moveTo>
                  <a:cubicBezTo>
                    <a:pt x="0" y="236601"/>
                    <a:pt x="71010" y="152686"/>
                    <a:pt x="169911" y="152686"/>
                  </a:cubicBezTo>
                  <a:cubicBezTo>
                    <a:pt x="249203" y="152686"/>
                    <a:pt x="294513" y="207074"/>
                    <a:pt x="319452" y="257747"/>
                  </a:cubicBezTo>
                  <a:lnTo>
                    <a:pt x="319452" y="0"/>
                  </a:lnTo>
                  <a:lnTo>
                    <a:pt x="389701" y="0"/>
                  </a:lnTo>
                  <a:lnTo>
                    <a:pt x="389701" y="536639"/>
                  </a:lnTo>
                  <a:lnTo>
                    <a:pt x="319452" y="536639"/>
                  </a:lnTo>
                  <a:lnTo>
                    <a:pt x="319452" y="441389"/>
                  </a:lnTo>
                  <a:cubicBezTo>
                    <a:pt x="294513" y="492824"/>
                    <a:pt x="249203" y="546449"/>
                    <a:pt x="169150" y="546449"/>
                  </a:cubicBezTo>
                  <a:cubicBezTo>
                    <a:pt x="70249" y="546449"/>
                    <a:pt x="0" y="462534"/>
                    <a:pt x="0" y="349187"/>
                  </a:cubicBezTo>
                  <a:close/>
                  <a:moveTo>
                    <a:pt x="321737" y="348425"/>
                  </a:moveTo>
                  <a:cubicBezTo>
                    <a:pt x="302128" y="277368"/>
                    <a:pt x="253772" y="212408"/>
                    <a:pt x="183523" y="212408"/>
                  </a:cubicBezTo>
                  <a:cubicBezTo>
                    <a:pt x="117082" y="212408"/>
                    <a:pt x="70249" y="268319"/>
                    <a:pt x="70249" y="349187"/>
                  </a:cubicBezTo>
                  <a:cubicBezTo>
                    <a:pt x="70249" y="430054"/>
                    <a:pt x="117082" y="485966"/>
                    <a:pt x="182762" y="485966"/>
                  </a:cubicBezTo>
                  <a:cubicBezTo>
                    <a:pt x="253772" y="485966"/>
                    <a:pt x="300605" y="422529"/>
                    <a:pt x="321737" y="348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851461" y="3322986"/>
              <a:ext cx="373804" cy="374142"/>
            </a:xfrm>
            <a:custGeom>
              <a:avLst/>
              <a:gdLst/>
              <a:ahLst/>
              <a:cxnLst/>
              <a:rect l="l" t="t" r="r" b="b"/>
              <a:pathLst>
                <a:path w="373804" h="374142" extrusionOk="0">
                  <a:moveTo>
                    <a:pt x="0" y="0"/>
                  </a:moveTo>
                  <a:lnTo>
                    <a:pt x="75484" y="0"/>
                  </a:lnTo>
                  <a:lnTo>
                    <a:pt x="187235" y="303847"/>
                  </a:lnTo>
                  <a:lnTo>
                    <a:pt x="302033" y="0"/>
                  </a:lnTo>
                  <a:lnTo>
                    <a:pt x="373805" y="0"/>
                  </a:lnTo>
                  <a:lnTo>
                    <a:pt x="226548" y="374142"/>
                  </a:lnTo>
                  <a:lnTo>
                    <a:pt x="144972" y="374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220125" y="3310889"/>
              <a:ext cx="382942" cy="398240"/>
            </a:xfrm>
            <a:custGeom>
              <a:avLst/>
              <a:gdLst/>
              <a:ahLst/>
              <a:cxnLst/>
              <a:rect l="l" t="t" r="r" b="b"/>
              <a:pathLst>
                <a:path w="382942" h="398240" extrusionOk="0">
                  <a:moveTo>
                    <a:pt x="0" y="199549"/>
                  </a:moveTo>
                  <a:cubicBezTo>
                    <a:pt x="0" y="88392"/>
                    <a:pt x="81576" y="0"/>
                    <a:pt x="192566" y="0"/>
                  </a:cubicBezTo>
                  <a:cubicBezTo>
                    <a:pt x="303556" y="0"/>
                    <a:pt x="382943" y="88392"/>
                    <a:pt x="382943" y="194977"/>
                  </a:cubicBezTo>
                  <a:cubicBezTo>
                    <a:pt x="382943" y="200977"/>
                    <a:pt x="382943" y="206312"/>
                    <a:pt x="382181" y="215360"/>
                  </a:cubicBezTo>
                  <a:lnTo>
                    <a:pt x="69487" y="215360"/>
                  </a:lnTo>
                  <a:cubicBezTo>
                    <a:pt x="74818" y="286417"/>
                    <a:pt x="124602" y="339281"/>
                    <a:pt x="197135" y="339281"/>
                  </a:cubicBezTo>
                  <a:cubicBezTo>
                    <a:pt x="253011" y="339281"/>
                    <a:pt x="292323" y="309848"/>
                    <a:pt x="308125" y="266700"/>
                  </a:cubicBezTo>
                  <a:lnTo>
                    <a:pt x="377612" y="266700"/>
                  </a:lnTo>
                  <a:cubicBezTo>
                    <a:pt x="353434" y="346805"/>
                    <a:pt x="285470" y="398240"/>
                    <a:pt x="195612" y="398240"/>
                  </a:cubicBezTo>
                  <a:cubicBezTo>
                    <a:pt x="80815" y="398240"/>
                    <a:pt x="0" y="309848"/>
                    <a:pt x="0" y="199454"/>
                  </a:cubicBezTo>
                  <a:close/>
                  <a:moveTo>
                    <a:pt x="311171" y="160973"/>
                  </a:moveTo>
                  <a:cubicBezTo>
                    <a:pt x="304412" y="105061"/>
                    <a:pt x="256818" y="58198"/>
                    <a:pt x="192566" y="58198"/>
                  </a:cubicBezTo>
                  <a:cubicBezTo>
                    <a:pt x="128314" y="58198"/>
                    <a:pt x="83099" y="105061"/>
                    <a:pt x="71677" y="160973"/>
                  </a:cubicBezTo>
                  <a:lnTo>
                    <a:pt x="311075" y="1609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652947" y="3315462"/>
              <a:ext cx="215220" cy="381666"/>
            </a:xfrm>
            <a:custGeom>
              <a:avLst/>
              <a:gdLst/>
              <a:ahLst/>
              <a:cxnLst/>
              <a:rect l="l" t="t" r="r" b="b"/>
              <a:pathLst>
                <a:path w="215220" h="381666" extrusionOk="0">
                  <a:moveTo>
                    <a:pt x="0" y="7525"/>
                  </a:moveTo>
                  <a:lnTo>
                    <a:pt x="68726" y="7525"/>
                  </a:lnTo>
                  <a:lnTo>
                    <a:pt x="68726" y="112586"/>
                  </a:lnTo>
                  <a:cubicBezTo>
                    <a:pt x="86145" y="51340"/>
                    <a:pt x="117843" y="0"/>
                    <a:pt x="171434" y="0"/>
                  </a:cubicBezTo>
                  <a:cubicBezTo>
                    <a:pt x="188092" y="0"/>
                    <a:pt x="200086" y="3810"/>
                    <a:pt x="206178" y="7525"/>
                  </a:cubicBezTo>
                  <a:lnTo>
                    <a:pt x="215221" y="77057"/>
                  </a:lnTo>
                  <a:cubicBezTo>
                    <a:pt x="207701" y="71723"/>
                    <a:pt x="191043" y="66484"/>
                    <a:pt x="172196" y="66484"/>
                  </a:cubicBezTo>
                  <a:cubicBezTo>
                    <a:pt x="112512" y="66484"/>
                    <a:pt x="80053" y="132969"/>
                    <a:pt x="70249" y="196501"/>
                  </a:cubicBezTo>
                  <a:lnTo>
                    <a:pt x="70249" y="381667"/>
                  </a:lnTo>
                  <a:lnTo>
                    <a:pt x="0" y="381667"/>
                  </a:lnTo>
                  <a:lnTo>
                    <a:pt x="0" y="75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84064" y="3230022"/>
              <a:ext cx="259864" cy="476916"/>
            </a:xfrm>
            <a:custGeom>
              <a:avLst/>
              <a:gdLst/>
              <a:ahLst/>
              <a:cxnLst/>
              <a:rect l="l" t="t" r="r" b="b"/>
              <a:pathLst>
                <a:path w="259864" h="476916" extrusionOk="0">
                  <a:moveTo>
                    <a:pt x="74057" y="358997"/>
                  </a:moveTo>
                  <a:lnTo>
                    <a:pt x="74057" y="149638"/>
                  </a:lnTo>
                  <a:lnTo>
                    <a:pt x="0" y="149638"/>
                  </a:lnTo>
                  <a:lnTo>
                    <a:pt x="0" y="117920"/>
                  </a:lnTo>
                  <a:lnTo>
                    <a:pt x="142783" y="0"/>
                  </a:lnTo>
                  <a:lnTo>
                    <a:pt x="143544" y="0"/>
                  </a:lnTo>
                  <a:lnTo>
                    <a:pt x="143544" y="92964"/>
                  </a:lnTo>
                  <a:lnTo>
                    <a:pt x="248537" y="92964"/>
                  </a:lnTo>
                  <a:lnTo>
                    <a:pt x="248537" y="149638"/>
                  </a:lnTo>
                  <a:lnTo>
                    <a:pt x="143544" y="149638"/>
                  </a:lnTo>
                  <a:lnTo>
                    <a:pt x="143544" y="351473"/>
                  </a:lnTo>
                  <a:cubicBezTo>
                    <a:pt x="143544" y="400621"/>
                    <a:pt x="167722" y="417195"/>
                    <a:pt x="201704" y="417195"/>
                  </a:cubicBezTo>
                  <a:cubicBezTo>
                    <a:pt x="226643" y="417195"/>
                    <a:pt x="247014" y="406622"/>
                    <a:pt x="259864" y="395288"/>
                  </a:cubicBezTo>
                  <a:lnTo>
                    <a:pt x="247014" y="457295"/>
                  </a:lnTo>
                  <a:cubicBezTo>
                    <a:pt x="234925" y="467106"/>
                    <a:pt x="211509" y="476917"/>
                    <a:pt x="182857" y="476917"/>
                  </a:cubicBezTo>
                  <a:cubicBezTo>
                    <a:pt x="120889" y="476917"/>
                    <a:pt x="74057" y="442913"/>
                    <a:pt x="74057" y="3589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629" y="3154489"/>
              <a:ext cx="92142" cy="542639"/>
            </a:xfrm>
            <a:custGeom>
              <a:avLst/>
              <a:gdLst/>
              <a:ahLst/>
              <a:cxnLst/>
              <a:rect l="l" t="t" r="r" b="b"/>
              <a:pathLst>
                <a:path w="92142" h="542639" extrusionOk="0">
                  <a:moveTo>
                    <a:pt x="0" y="43815"/>
                  </a:moveTo>
                  <a:cubicBezTo>
                    <a:pt x="0" y="18859"/>
                    <a:pt x="18847" y="0"/>
                    <a:pt x="46071" y="0"/>
                  </a:cubicBezTo>
                  <a:cubicBezTo>
                    <a:pt x="73295" y="0"/>
                    <a:pt x="92142" y="18859"/>
                    <a:pt x="92142" y="43815"/>
                  </a:cubicBezTo>
                  <a:cubicBezTo>
                    <a:pt x="92142" y="68771"/>
                    <a:pt x="72533" y="87630"/>
                    <a:pt x="46071" y="87630"/>
                  </a:cubicBezTo>
                  <a:cubicBezTo>
                    <a:pt x="19609" y="87630"/>
                    <a:pt x="0" y="69532"/>
                    <a:pt x="0" y="43815"/>
                  </a:cubicBezTo>
                  <a:close/>
                  <a:moveTo>
                    <a:pt x="11327" y="168497"/>
                  </a:moveTo>
                  <a:lnTo>
                    <a:pt x="81576" y="168497"/>
                  </a:lnTo>
                  <a:lnTo>
                    <a:pt x="81576" y="542639"/>
                  </a:lnTo>
                  <a:lnTo>
                    <a:pt x="11327" y="542639"/>
                  </a:lnTo>
                  <a:lnTo>
                    <a:pt x="11327" y="16849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05463" y="3311652"/>
              <a:ext cx="290038" cy="396716"/>
            </a:xfrm>
            <a:custGeom>
              <a:avLst/>
              <a:gdLst/>
              <a:ahLst/>
              <a:cxnLst/>
              <a:rect l="l" t="t" r="r" b="b"/>
              <a:pathLst>
                <a:path w="290038" h="396716" extrusionOk="0">
                  <a:moveTo>
                    <a:pt x="95" y="343090"/>
                  </a:moveTo>
                  <a:lnTo>
                    <a:pt x="95" y="263747"/>
                  </a:lnTo>
                  <a:cubicBezTo>
                    <a:pt x="28842" y="302323"/>
                    <a:pt x="87002" y="335566"/>
                    <a:pt x="145924" y="335566"/>
                  </a:cubicBezTo>
                  <a:cubicBezTo>
                    <a:pt x="195041" y="335566"/>
                    <a:pt x="223693" y="312896"/>
                    <a:pt x="223693" y="284131"/>
                  </a:cubicBezTo>
                  <a:cubicBezTo>
                    <a:pt x="223693" y="261461"/>
                    <a:pt x="213888" y="246317"/>
                    <a:pt x="147352" y="229743"/>
                  </a:cubicBezTo>
                  <a:lnTo>
                    <a:pt x="114131" y="221456"/>
                  </a:lnTo>
                  <a:cubicBezTo>
                    <a:pt x="47689" y="204788"/>
                    <a:pt x="3046" y="174593"/>
                    <a:pt x="3046" y="112586"/>
                  </a:cubicBezTo>
                  <a:cubicBezTo>
                    <a:pt x="3046" y="50578"/>
                    <a:pt x="58160" y="0"/>
                    <a:pt x="145067" y="0"/>
                  </a:cubicBezTo>
                  <a:cubicBezTo>
                    <a:pt x="199420" y="0"/>
                    <a:pt x="247014" y="19622"/>
                    <a:pt x="268146" y="38576"/>
                  </a:cubicBezTo>
                  <a:lnTo>
                    <a:pt x="268146" y="112681"/>
                  </a:lnTo>
                  <a:cubicBezTo>
                    <a:pt x="251488" y="90011"/>
                    <a:pt x="204750" y="61246"/>
                    <a:pt x="148779" y="61246"/>
                  </a:cubicBezTo>
                  <a:cubicBezTo>
                    <a:pt x="97378" y="61246"/>
                    <a:pt x="71772" y="83915"/>
                    <a:pt x="71772" y="110395"/>
                  </a:cubicBezTo>
                  <a:cubicBezTo>
                    <a:pt x="71772" y="134588"/>
                    <a:pt x="84623" y="145923"/>
                    <a:pt x="151064" y="162497"/>
                  </a:cubicBezTo>
                  <a:lnTo>
                    <a:pt x="184285" y="170783"/>
                  </a:lnTo>
                  <a:cubicBezTo>
                    <a:pt x="250726" y="187452"/>
                    <a:pt x="290039" y="220694"/>
                    <a:pt x="290039" y="281083"/>
                  </a:cubicBezTo>
                  <a:cubicBezTo>
                    <a:pt x="290039" y="341471"/>
                    <a:pt x="239399" y="396716"/>
                    <a:pt x="146495" y="396716"/>
                  </a:cubicBezTo>
                  <a:cubicBezTo>
                    <a:pt x="83766" y="396716"/>
                    <a:pt x="27890" y="368713"/>
                    <a:pt x="0" y="3430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631102" y="3154489"/>
              <a:ext cx="92142" cy="542639"/>
            </a:xfrm>
            <a:custGeom>
              <a:avLst/>
              <a:gdLst/>
              <a:ahLst/>
              <a:cxnLst/>
              <a:rect l="l" t="t" r="r" b="b"/>
              <a:pathLst>
                <a:path w="92142" h="542639" extrusionOk="0">
                  <a:moveTo>
                    <a:pt x="0" y="43815"/>
                  </a:moveTo>
                  <a:cubicBezTo>
                    <a:pt x="0" y="18859"/>
                    <a:pt x="18847" y="0"/>
                    <a:pt x="46071" y="0"/>
                  </a:cubicBezTo>
                  <a:cubicBezTo>
                    <a:pt x="73295" y="0"/>
                    <a:pt x="92143" y="18859"/>
                    <a:pt x="92143" y="43815"/>
                  </a:cubicBezTo>
                  <a:cubicBezTo>
                    <a:pt x="92143" y="68771"/>
                    <a:pt x="72534" y="87630"/>
                    <a:pt x="46071" y="87630"/>
                  </a:cubicBezTo>
                  <a:cubicBezTo>
                    <a:pt x="19609" y="87630"/>
                    <a:pt x="0" y="69532"/>
                    <a:pt x="0" y="43815"/>
                  </a:cubicBezTo>
                  <a:close/>
                  <a:moveTo>
                    <a:pt x="11327" y="168497"/>
                  </a:moveTo>
                  <a:lnTo>
                    <a:pt x="81576" y="168497"/>
                  </a:lnTo>
                  <a:lnTo>
                    <a:pt x="81576" y="542639"/>
                  </a:lnTo>
                  <a:lnTo>
                    <a:pt x="11327" y="542639"/>
                  </a:lnTo>
                  <a:lnTo>
                    <a:pt x="11327" y="16849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789686" y="3313080"/>
              <a:ext cx="324782" cy="383952"/>
            </a:xfrm>
            <a:custGeom>
              <a:avLst/>
              <a:gdLst/>
              <a:ahLst/>
              <a:cxnLst/>
              <a:rect l="l" t="t" r="r" b="b"/>
              <a:pathLst>
                <a:path w="324782" h="383952" extrusionOk="0">
                  <a:moveTo>
                    <a:pt x="0" y="9906"/>
                  </a:moveTo>
                  <a:lnTo>
                    <a:pt x="70249" y="9906"/>
                  </a:lnTo>
                  <a:lnTo>
                    <a:pt x="70249" y="98298"/>
                  </a:lnTo>
                  <a:cubicBezTo>
                    <a:pt x="90619" y="52197"/>
                    <a:pt x="132978" y="0"/>
                    <a:pt x="206940" y="0"/>
                  </a:cubicBezTo>
                  <a:cubicBezTo>
                    <a:pt x="286231" y="0"/>
                    <a:pt x="324783" y="52864"/>
                    <a:pt x="324783" y="131540"/>
                  </a:cubicBezTo>
                  <a:lnTo>
                    <a:pt x="324783" y="383953"/>
                  </a:lnTo>
                  <a:lnTo>
                    <a:pt x="254534" y="383953"/>
                  </a:lnTo>
                  <a:lnTo>
                    <a:pt x="254534" y="149638"/>
                  </a:lnTo>
                  <a:cubicBezTo>
                    <a:pt x="254534" y="95250"/>
                    <a:pt x="234163" y="61246"/>
                    <a:pt x="181239" y="61246"/>
                  </a:cubicBezTo>
                  <a:cubicBezTo>
                    <a:pt x="125363" y="61246"/>
                    <a:pt x="86050" y="116395"/>
                    <a:pt x="70249" y="172307"/>
                  </a:cubicBezTo>
                  <a:lnTo>
                    <a:pt x="70249" y="383953"/>
                  </a:lnTo>
                  <a:lnTo>
                    <a:pt x="0" y="383953"/>
                  </a:lnTo>
                  <a:lnTo>
                    <a:pt x="0" y="98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60635" y="3313080"/>
              <a:ext cx="386655" cy="541972"/>
            </a:xfrm>
            <a:custGeom>
              <a:avLst/>
              <a:gdLst/>
              <a:ahLst/>
              <a:cxnLst/>
              <a:rect l="l" t="t" r="r" b="b"/>
              <a:pathLst>
                <a:path w="386655" h="541972" extrusionOk="0">
                  <a:moveTo>
                    <a:pt x="18086" y="424815"/>
                  </a:moveTo>
                  <a:lnTo>
                    <a:pt x="90619" y="424815"/>
                  </a:lnTo>
                  <a:cubicBezTo>
                    <a:pt x="99662" y="463391"/>
                    <a:pt x="143449" y="486061"/>
                    <a:pt x="200086" y="486061"/>
                  </a:cubicBezTo>
                  <a:cubicBezTo>
                    <a:pt x="274904" y="486061"/>
                    <a:pt x="317168" y="441484"/>
                    <a:pt x="317168" y="358330"/>
                  </a:cubicBezTo>
                  <a:lnTo>
                    <a:pt x="317168" y="275939"/>
                  </a:lnTo>
                  <a:cubicBezTo>
                    <a:pt x="290705" y="331851"/>
                    <a:pt x="244634" y="381762"/>
                    <a:pt x="167627" y="381762"/>
                  </a:cubicBezTo>
                  <a:cubicBezTo>
                    <a:pt x="69488" y="381762"/>
                    <a:pt x="0" y="301657"/>
                    <a:pt x="0" y="191262"/>
                  </a:cubicBezTo>
                  <a:cubicBezTo>
                    <a:pt x="0" y="80867"/>
                    <a:pt x="70249" y="0"/>
                    <a:pt x="167627" y="0"/>
                  </a:cubicBezTo>
                  <a:cubicBezTo>
                    <a:pt x="243968" y="0"/>
                    <a:pt x="290039" y="49911"/>
                    <a:pt x="317168" y="105823"/>
                  </a:cubicBezTo>
                  <a:lnTo>
                    <a:pt x="317168" y="9811"/>
                  </a:lnTo>
                  <a:lnTo>
                    <a:pt x="386655" y="9811"/>
                  </a:lnTo>
                  <a:lnTo>
                    <a:pt x="386655" y="351473"/>
                  </a:lnTo>
                  <a:cubicBezTo>
                    <a:pt x="386655" y="472440"/>
                    <a:pt x="317929" y="541973"/>
                    <a:pt x="201609" y="541973"/>
                  </a:cubicBezTo>
                  <a:cubicBezTo>
                    <a:pt x="107944" y="541973"/>
                    <a:pt x="30175" y="497396"/>
                    <a:pt x="18086" y="424815"/>
                  </a:cubicBezTo>
                  <a:close/>
                  <a:moveTo>
                    <a:pt x="319452" y="190500"/>
                  </a:moveTo>
                  <a:cubicBezTo>
                    <a:pt x="297559" y="119443"/>
                    <a:pt x="249203" y="59722"/>
                    <a:pt x="181239" y="59722"/>
                  </a:cubicBezTo>
                  <a:cubicBezTo>
                    <a:pt x="113274" y="59722"/>
                    <a:pt x="70249" y="112586"/>
                    <a:pt x="70249" y="191262"/>
                  </a:cubicBezTo>
                  <a:cubicBezTo>
                    <a:pt x="70249" y="269938"/>
                    <a:pt x="115559" y="321278"/>
                    <a:pt x="181239" y="321278"/>
                  </a:cubicBezTo>
                  <a:cubicBezTo>
                    <a:pt x="246919" y="321278"/>
                    <a:pt x="296797" y="261556"/>
                    <a:pt x="319452" y="190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TITLE_AND_BODY_1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388620" y="2523403"/>
            <a:ext cx="6995100" cy="6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100"/>
              <a:buFont typeface="Helvetica Neue"/>
              <a:buChar char="●"/>
              <a:defRPr sz="110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88620" y="686400"/>
            <a:ext cx="69951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>
            <a:spLocks noGrp="1"/>
          </p:cNvSpPr>
          <p:nvPr>
            <p:ph type="pic" idx="2"/>
          </p:nvPr>
        </p:nvSpPr>
        <p:spPr>
          <a:xfrm>
            <a:off x="457200" y="2220850"/>
            <a:ext cx="1779300" cy="1298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Google Shape;28;p4"/>
          <p:cNvSpPr txBox="1"/>
          <p:nvPr/>
        </p:nvSpPr>
        <p:spPr>
          <a:xfrm>
            <a:off x="457200" y="980598"/>
            <a:ext cx="685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DFD"/>
              </a:buClr>
              <a:buSzPts val="9400"/>
              <a:buFont typeface="DM Sans"/>
              <a:buNone/>
            </a:pPr>
            <a:r>
              <a:rPr lang="en" sz="4000" b="1" dirty="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[campaign_name]</a:t>
            </a:r>
            <a:endParaRPr sz="4000" b="1" dirty="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457200" y="2270675"/>
            <a:ext cx="177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[Brand Logo]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0" name="Google Shape;30;p4"/>
          <p:cNvGraphicFramePr/>
          <p:nvPr>
            <p:extLst>
              <p:ext uri="{D42A27DB-BD31-4B8C-83A1-F6EECF244321}">
                <p14:modId xmlns:p14="http://schemas.microsoft.com/office/powerpoint/2010/main" val="1030343163"/>
              </p:ext>
            </p:extLst>
          </p:nvPr>
        </p:nvGraphicFramePr>
        <p:xfrm>
          <a:off x="2768525" y="2144643"/>
          <a:ext cx="4546800" cy="3047760"/>
        </p:xfrm>
        <a:graphic>
          <a:graphicData uri="http://schemas.openxmlformats.org/drawingml/2006/table">
            <a:tbl>
              <a:tblPr>
                <a:noFill/>
                <a:tableStyleId>{1838ACDD-5AE6-4A8A-BEAB-FB92B511D487}</a:tableStyleId>
              </a:tblPr>
              <a:tblGrid>
                <a:gridCol w="173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 Placement:</a:t>
                      </a:r>
                      <a:endParaRPr sz="130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1300" dirty="0" err="1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ad_placement</a:t>
                      </a: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Format: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format</a:t>
                      </a: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Objective: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objective</a:t>
                      </a: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Schedule: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schedule</a:t>
                      </a: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Budget: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[budget]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Spend: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[spend]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Bid Cap: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[bid_cap]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Pacing:</a:t>
                      </a:r>
                      <a:endParaRPr sz="1300" b="1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[pacing]</a:t>
                      </a:r>
                      <a:endParaRPr sz="13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1" name="Google Shape;31;p4"/>
          <p:cNvGraphicFramePr/>
          <p:nvPr>
            <p:extLst>
              <p:ext uri="{D42A27DB-BD31-4B8C-83A1-F6EECF244321}">
                <p14:modId xmlns:p14="http://schemas.microsoft.com/office/powerpoint/2010/main" val="3648119088"/>
              </p:ext>
            </p:extLst>
          </p:nvPr>
        </p:nvGraphicFramePr>
        <p:xfrm>
          <a:off x="372533" y="3551432"/>
          <a:ext cx="2048934" cy="5847502"/>
        </p:xfrm>
        <a:graphic>
          <a:graphicData uri="http://schemas.openxmlformats.org/drawingml/2006/table">
            <a:tbl>
              <a:tblPr>
                <a:noFill/>
                <a:tableStyleId>{1838ACDD-5AE6-4A8A-BEAB-FB92B511D487}</a:tableStyleId>
              </a:tblPr>
              <a:tblGrid>
                <a:gridCol w="204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5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Impressions:</a:t>
                      </a:r>
                      <a:endParaRPr sz="1300" b="1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9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impressions</a:t>
                      </a: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22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Reach:</a:t>
                      </a:r>
                      <a:endParaRPr sz="1300" b="1" dirty="0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[reach]</a:t>
                      </a:r>
                      <a:endParaRPr sz="22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Frequency:</a:t>
                      </a:r>
                      <a:endParaRPr sz="1300" b="1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[frequency]</a:t>
                      </a:r>
                      <a:endParaRPr sz="22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Completion Rate:</a:t>
                      </a:r>
                      <a:endParaRPr sz="1300" b="1" dirty="0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5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[c_rate]</a:t>
                      </a:r>
                      <a:endParaRPr sz="22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Clicks:</a:t>
                      </a:r>
                      <a:endParaRPr sz="1300" b="1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[clicks]</a:t>
                      </a:r>
                      <a:endParaRPr sz="22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CTR:</a:t>
                      </a:r>
                      <a:endParaRPr sz="1300" b="1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0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2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[ctr]</a:t>
                      </a:r>
                      <a:endParaRPr sz="22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8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Avg. CPM:</a:t>
                      </a:r>
                      <a:endParaRPr sz="1300" b="1" dirty="0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11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FEFDFD"/>
                        </a:buClr>
                        <a:buSzPts val="2700"/>
                        <a:buFont typeface="DM Sans"/>
                        <a:buNone/>
                      </a:pPr>
                      <a:r>
                        <a:rPr lang="en" sz="25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2200" b="1" dirty="0" err="1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avg_cpm</a:t>
                      </a:r>
                      <a:r>
                        <a:rPr lang="en" sz="2500" b="1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  <a:endParaRPr sz="2500" b="1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6D0A6">
                          <a:alpha val="0"/>
                        </a:srgbClr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2" name="Google Shape;32;p4"/>
          <p:cNvSpPr txBox="1"/>
          <p:nvPr/>
        </p:nvSpPr>
        <p:spPr>
          <a:xfrm>
            <a:off x="334130" y="9541926"/>
            <a:ext cx="2434270" cy="12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800" i="1" dirty="0">
                <a:solidFill>
                  <a:srgbClr val="B4B4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pulled from Ads Manager on [DATE]</a:t>
            </a:r>
          </a:p>
          <a:p>
            <a:endParaRPr lang="en-US" sz="800" dirty="0">
              <a:solidFill>
                <a:srgbClr val="B4B4B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800" i="1" dirty="0">
              <a:solidFill>
                <a:srgbClr val="B4B4B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3" name="Google Shape;33;p4"/>
          <p:cNvGraphicFramePr/>
          <p:nvPr>
            <p:extLst>
              <p:ext uri="{D42A27DB-BD31-4B8C-83A1-F6EECF244321}">
                <p14:modId xmlns:p14="http://schemas.microsoft.com/office/powerpoint/2010/main" val="3514774979"/>
              </p:ext>
            </p:extLst>
          </p:nvPr>
        </p:nvGraphicFramePr>
        <p:xfrm>
          <a:off x="2737870" y="7139653"/>
          <a:ext cx="4869079" cy="3349617"/>
        </p:xfrm>
        <a:graphic>
          <a:graphicData uri="http://schemas.openxmlformats.org/drawingml/2006/table">
            <a:tbl>
              <a:tblPr>
                <a:noFill/>
                <a:tableStyleId>{1838ACDD-5AE6-4A8A-BEAB-FB92B511D487}</a:tableStyleId>
              </a:tblPr>
              <a:tblGrid>
                <a:gridCol w="486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7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 dirty="0">
                          <a:solidFill>
                            <a:schemeClr val="l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Takeaways: </a:t>
                      </a:r>
                      <a:r>
                        <a:rPr lang="en" sz="1300" b="1" dirty="0">
                          <a:solidFill>
                            <a:schemeClr val="accent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[Recheck the takeaways]</a:t>
                      </a:r>
                      <a:endParaRPr sz="1300" b="1" dirty="0">
                        <a:solidFill>
                          <a:schemeClr val="l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9983">
                <a:tc>
                  <a:txBody>
                    <a:bodyPr/>
                    <a:lstStyle/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</a:t>
                      </a:r>
                      <a:r>
                        <a:rPr lang="en-US" sz="11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takeaway_1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]</a:t>
                      </a: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[takeaway_2]</a:t>
                      </a: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[takeaway_3]</a:t>
                      </a: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[takeaway_4]</a:t>
                      </a: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3335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marR="0" lvl="0" indent="-3238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Helvetica Neue"/>
                        <a:buChar char="●"/>
                        <a:tabLst/>
                        <a:defRPr/>
                      </a:pPr>
                      <a:endParaRPr lang="en-US" sz="1100" dirty="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marR="0" lvl="0" indent="-304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lt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15875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chemeClr val="lt1"/>
                        </a:buClr>
                        <a:buSzPts val="1100"/>
                        <a:buFont typeface="Helvetica Neue"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marR="0" lvl="0" indent="-298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>
                          <a:schemeClr val="lt1"/>
                        </a:buClr>
                        <a:buSzPts val="1100"/>
                        <a:buFont typeface="Helvetica Neue"/>
                        <a:buChar char="●"/>
                        <a:tabLst/>
                        <a:defRPr/>
                      </a:pPr>
                      <a:endParaRPr lang="en-US" sz="1100" dirty="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Google Shape;34;p4">
            <a:extLst>
              <a:ext uri="{FF2B5EF4-FFF2-40B4-BE49-F238E27FC236}">
                <a16:creationId xmlns:a16="http://schemas.microsoft.com/office/drawing/2014/main" id="{5DB6A559-8BE9-3C71-3AF5-C11F278A2C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032232"/>
              </p:ext>
            </p:extLst>
          </p:nvPr>
        </p:nvGraphicFramePr>
        <p:xfrm>
          <a:off x="2585720" y="5192403"/>
          <a:ext cx="5186680" cy="1536264"/>
        </p:xfrm>
        <a:graphic>
          <a:graphicData uri="http://schemas.openxmlformats.org/drawingml/2006/table">
            <a:tbl>
              <a:tblPr>
                <a:noFill/>
                <a:tableStyleId>{1838ACDD-5AE6-4A8A-BEAB-FB92B511D487}</a:tableStyleId>
              </a:tblPr>
              <a:tblGrid>
                <a:gridCol w="94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930745932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77734024"/>
                    </a:ext>
                  </a:extLst>
                </a:gridCol>
              </a:tblGrid>
              <a:tr h="334975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Benchmarks: </a:t>
                      </a:r>
                      <a:endParaRPr sz="13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sz="13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Objective</a:t>
                      </a:r>
                      <a:endParaRPr sz="12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200" b="1" dirty="0">
                        <a:solidFill>
                          <a:srgbClr val="16D0A6"/>
                        </a:solidFill>
                        <a:latin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16D0A6"/>
                          </a:solidFill>
                          <a:latin typeface="Helvetica Neue"/>
                          <a:sym typeface="Helvetica Neue"/>
                        </a:rPr>
                        <a:t>[format_1]</a:t>
                      </a:r>
                      <a:endParaRPr lang="en-IN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16D0A6"/>
                          </a:solidFill>
                          <a:latin typeface="Helvetica Neue"/>
                          <a:sym typeface="Helvetica Neue"/>
                        </a:rPr>
                        <a:t>[format_2]</a:t>
                      </a: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16D0A6"/>
                          </a:solidFill>
                          <a:latin typeface="Helvetica Neue"/>
                          <a:sym typeface="Helvetica Neue"/>
                        </a:rPr>
                        <a:t>[format_3]</a:t>
                      </a: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7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800" b="1" dirty="0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[objective]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800" b="1" dirty="0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CTR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[ctr_1]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[ctr_2]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I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[ctr_3]</a:t>
                      </a:r>
                      <a:endParaRPr lang="en-IN" sz="80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 b="1" dirty="0">
                          <a:solidFill>
                            <a:srgbClr val="16D0A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Completion Rate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[completion_rate_1]</a:t>
                      </a:r>
                      <a:endParaRPr lang="en-IN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[completion_rate_2]</a:t>
                      </a:r>
                      <a:endParaRPr sz="800" b="1" dirty="0">
                        <a:solidFill>
                          <a:srgbClr val="16D0A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" sz="800" dirty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[completion_rate_3]</a:t>
                      </a:r>
                      <a:endParaRPr lang="en-IN" sz="800" dirty="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6D0A6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potify Advertising 2024 – One-sheet">
  <a:themeElements>
    <a:clrScheme name="Spotify SA 2020">
      <a:dk1>
        <a:srgbClr val="000000"/>
      </a:dk1>
      <a:lt1>
        <a:srgbClr val="FFFFFF"/>
      </a:lt1>
      <a:dk2>
        <a:srgbClr val="013126"/>
      </a:dk2>
      <a:lt2>
        <a:srgbClr val="16D0A6"/>
      </a:lt2>
      <a:accent1>
        <a:srgbClr val="F46EBE"/>
      </a:accent1>
      <a:accent2>
        <a:srgbClr val="CFF56A"/>
      </a:accent2>
      <a:accent3>
        <a:srgbClr val="E91429"/>
      </a:accent3>
      <a:accent4>
        <a:srgbClr val="8400E7"/>
      </a:accent4>
      <a:accent5>
        <a:srgbClr val="F5D6D9"/>
      </a:accent5>
      <a:accent6>
        <a:srgbClr val="00FFFF"/>
      </a:accent6>
      <a:hlink>
        <a:srgbClr val="16D0A6"/>
      </a:hlink>
      <a:folHlink>
        <a:srgbClr val="9BF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194</Words>
  <Application>Microsoft Office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Helvetica Neue</vt:lpstr>
      <vt:lpstr>DM Sans</vt:lpstr>
      <vt:lpstr>Arial</vt:lpstr>
      <vt:lpstr>Spotify Advertising 2024 – One-sheet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Sayantani Chakraborty</cp:lastModifiedBy>
  <cp:revision>27</cp:revision>
  <dcterms:modified xsi:type="dcterms:W3CDTF">2025-12-23T12:25:06Z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d9da4-fe0d-41ed-9e5c-09814f1447dd_Enabled">
    <vt:lpwstr>true</vt:lpwstr>
  </property>
  <property fmtid="{D5CDD505-2E9C-101B-9397-08002B2CF9AE}" pid="3" name="MSIP_Label_6e4d9da4-fe0d-41ed-9e5c-09814f1447dd_SetDate">
    <vt:lpwstr>2025-10-03T07:25:34Z</vt:lpwstr>
  </property>
  <property fmtid="{D5CDD505-2E9C-101B-9397-08002B2CF9AE}" pid="4" name="MSIP_Label_6e4d9da4-fe0d-41ed-9e5c-09814f1447dd_Method">
    <vt:lpwstr>Standard</vt:lpwstr>
  </property>
  <property fmtid="{D5CDD505-2E9C-101B-9397-08002B2CF9AE}" pid="5" name="MSIP_Label_6e4d9da4-fe0d-41ed-9e5c-09814f1447dd_Name">
    <vt:lpwstr>6e4d9da4-fe0d-41ed-9e5c-09814f1447dd</vt:lpwstr>
  </property>
  <property fmtid="{D5CDD505-2E9C-101B-9397-08002B2CF9AE}" pid="6" name="MSIP_Label_6e4d9da4-fe0d-41ed-9e5c-09814f1447dd_SiteId">
    <vt:lpwstr>9e5488e2-e838-44f6-886c-c7608242767e</vt:lpwstr>
  </property>
  <property fmtid="{D5CDD505-2E9C-101B-9397-08002B2CF9AE}" pid="7" name="MSIP_Label_6e4d9da4-fe0d-41ed-9e5c-09814f1447dd_ActionId">
    <vt:lpwstr>52174d0d-4fe4-4283-bc83-8cca4a3b81ca</vt:lpwstr>
  </property>
  <property fmtid="{D5CDD505-2E9C-101B-9397-08002B2CF9AE}" pid="8" name="MSIP_Label_6e4d9da4-fe0d-41ed-9e5c-09814f1447dd_ContentBits">
    <vt:lpwstr>0</vt:lpwstr>
  </property>
  <property fmtid="{D5CDD505-2E9C-101B-9397-08002B2CF9AE}" pid="9" name="MSIP_Label_6e4d9da4-fe0d-41ed-9e5c-09814f1447dd_Tag">
    <vt:lpwstr>10, 3, 0, 1</vt:lpwstr>
  </property>
</Properties>
</file>